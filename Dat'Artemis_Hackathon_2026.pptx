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3C27C-8681-48AF-A5FE-6F755CD4C4A2}" v="875" dt="2026-10-15T21:07:39.328"/>
    <p1510:client id="{B43A969D-C39B-411E-B8DE-020E23919242}" v="72" dt="2026-10-15T20:18:33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ine Herbeth" userId="e8c58347-fd4e-44ae-963f-db9af9b31f09" providerId="ADAL" clId="{C311BBDC-8466-4BA7-80E7-3273DECF3471}"/>
    <pc:docChg chg="undo redo custSel addSld modSld">
      <pc:chgData name="Sandrine Herbeth" userId="e8c58347-fd4e-44ae-963f-db9af9b31f09" providerId="ADAL" clId="{C311BBDC-8466-4BA7-80E7-3273DECF3471}" dt="2026-10-15T20:18:33.994" v="601" actId="1076"/>
      <pc:docMkLst>
        <pc:docMk/>
      </pc:docMkLst>
      <pc:sldChg chg="modSp mod">
        <pc:chgData name="Sandrine Herbeth" userId="e8c58347-fd4e-44ae-963f-db9af9b31f09" providerId="ADAL" clId="{C311BBDC-8466-4BA7-80E7-3273DECF3471}" dt="2026-10-15T15:09:32.471" v="501" actId="20577"/>
        <pc:sldMkLst>
          <pc:docMk/>
          <pc:sldMk cId="0" sldId="256"/>
        </pc:sldMkLst>
        <pc:spChg chg="mod">
          <ac:chgData name="Sandrine Herbeth" userId="e8c58347-fd4e-44ae-963f-db9af9b31f09" providerId="ADAL" clId="{C311BBDC-8466-4BA7-80E7-3273DECF3471}" dt="2026-10-15T15:09:32.471" v="501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ndrine Herbeth" userId="e8c58347-fd4e-44ae-963f-db9af9b31f09" providerId="ADAL" clId="{C311BBDC-8466-4BA7-80E7-3273DECF3471}" dt="2026-10-15T14:52:56.891" v="198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ndrine Herbeth" userId="e8c58347-fd4e-44ae-963f-db9af9b31f09" providerId="ADAL" clId="{C311BBDC-8466-4BA7-80E7-3273DECF3471}" dt="2026-10-15T14:48:56.883" v="20" actId="20577"/>
          <ac:spMkLst>
            <pc:docMk/>
            <pc:sldMk cId="0" sldId="256"/>
            <ac:spMk id="10" creationId="{00000000-0000-0000-0000-000000000000}"/>
          </ac:spMkLst>
        </pc:spChg>
      </pc:sldChg>
      <pc:sldChg chg="addSp delSp modSp mod">
        <pc:chgData name="Sandrine Herbeth" userId="e8c58347-fd4e-44ae-963f-db9af9b31f09" providerId="ADAL" clId="{C311BBDC-8466-4BA7-80E7-3273DECF3471}" dt="2026-10-15T19:12:04.602" v="572" actId="20577"/>
        <pc:sldMkLst>
          <pc:docMk/>
          <pc:sldMk cId="0" sldId="257"/>
        </pc:sldMkLst>
        <pc:spChg chg="mod">
          <ac:chgData name="Sandrine Herbeth" userId="e8c58347-fd4e-44ae-963f-db9af9b31f09" providerId="ADAL" clId="{C311BBDC-8466-4BA7-80E7-3273DECF3471}" dt="2026-10-15T19:12:04.602" v="572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ndrine Herbeth" userId="e8c58347-fd4e-44ae-963f-db9af9b31f09" providerId="ADAL" clId="{C311BBDC-8466-4BA7-80E7-3273DECF3471}" dt="2026-10-15T15:02:43.774" v="308" actId="276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ndrine Herbeth" userId="e8c58347-fd4e-44ae-963f-db9af9b31f09" providerId="ADAL" clId="{C311BBDC-8466-4BA7-80E7-3273DECF3471}" dt="2026-10-15T15:03:21.246" v="356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andrine Herbeth" userId="e8c58347-fd4e-44ae-963f-db9af9b31f09" providerId="ADAL" clId="{C311BBDC-8466-4BA7-80E7-3273DECF3471}" dt="2026-10-15T15:05:31.628" v="374" actId="2763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Sandrine Herbeth" userId="e8c58347-fd4e-44ae-963f-db9af9b31f09" providerId="ADAL" clId="{C311BBDC-8466-4BA7-80E7-3273DECF3471}" dt="2026-10-15T15:06:27.578" v="386" actId="2763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Sandrine Herbeth" userId="e8c58347-fd4e-44ae-963f-db9af9b31f09" providerId="ADAL" clId="{C311BBDC-8466-4BA7-80E7-3273DECF3471}" dt="2026-10-15T15:06:18.523" v="384" actId="6549"/>
          <ac:spMkLst>
            <pc:docMk/>
            <pc:sldMk cId="0" sldId="257"/>
            <ac:spMk id="32" creationId="{00000000-0000-0000-0000-000000000000}"/>
          </ac:spMkLst>
        </pc:spChg>
        <pc:spChg chg="del">
          <ac:chgData name="Sandrine Herbeth" userId="e8c58347-fd4e-44ae-963f-db9af9b31f09" providerId="ADAL" clId="{C311BBDC-8466-4BA7-80E7-3273DECF3471}" dt="2026-10-15T15:06:44.237" v="388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Sandrine Herbeth" userId="e8c58347-fd4e-44ae-963f-db9af9b31f09" providerId="ADAL" clId="{C311BBDC-8466-4BA7-80E7-3273DECF3471}" dt="2026-10-15T15:06:49.514" v="389" actId="478"/>
          <ac:spMkLst>
            <pc:docMk/>
            <pc:sldMk cId="0" sldId="257"/>
            <ac:spMk id="36" creationId="{00000000-0000-0000-0000-000000000000}"/>
          </ac:spMkLst>
        </pc:spChg>
        <pc:spChg chg="del">
          <ac:chgData name="Sandrine Herbeth" userId="e8c58347-fd4e-44ae-963f-db9af9b31f09" providerId="ADAL" clId="{C311BBDC-8466-4BA7-80E7-3273DECF3471}" dt="2026-10-15T15:06:55.808" v="391" actId="478"/>
          <ac:spMkLst>
            <pc:docMk/>
            <pc:sldMk cId="0" sldId="257"/>
            <ac:spMk id="37" creationId="{00000000-0000-0000-0000-000000000000}"/>
          </ac:spMkLst>
        </pc:spChg>
        <pc:spChg chg="del">
          <ac:chgData name="Sandrine Herbeth" userId="e8c58347-fd4e-44ae-963f-db9af9b31f09" providerId="ADAL" clId="{C311BBDC-8466-4BA7-80E7-3273DECF3471}" dt="2026-10-15T15:06:51.993" v="390" actId="478"/>
          <ac:spMkLst>
            <pc:docMk/>
            <pc:sldMk cId="0" sldId="257"/>
            <ac:spMk id="39" creationId="{00000000-0000-0000-0000-000000000000}"/>
          </ac:spMkLst>
        </pc:spChg>
        <pc:spChg chg="mod">
          <ac:chgData name="Sandrine Herbeth" userId="e8c58347-fd4e-44ae-963f-db9af9b31f09" providerId="ADAL" clId="{C311BBDC-8466-4BA7-80E7-3273DECF3471}" dt="2026-10-15T15:07:44.795" v="458" actId="20577"/>
          <ac:spMkLst>
            <pc:docMk/>
            <pc:sldMk cId="0" sldId="257"/>
            <ac:spMk id="43" creationId="{BA1325F0-A4FB-49AF-38DD-6055EF2DA0E8}"/>
          </ac:spMkLst>
        </pc:spChg>
        <pc:picChg chg="add mod">
          <ac:chgData name="Sandrine Herbeth" userId="e8c58347-fd4e-44ae-963f-db9af9b31f09" providerId="ADAL" clId="{C311BBDC-8466-4BA7-80E7-3273DECF3471}" dt="2026-10-15T15:21:58.509" v="537" actId="1076"/>
          <ac:picMkLst>
            <pc:docMk/>
            <pc:sldMk cId="0" sldId="257"/>
            <ac:picMk id="7" creationId="{4BFB0A71-FB58-C5D6-F616-D3CC6CDC8759}"/>
          </ac:picMkLst>
        </pc:picChg>
      </pc:sldChg>
      <pc:sldChg chg="modSp mod">
        <pc:chgData name="Sandrine Herbeth" userId="e8c58347-fd4e-44ae-963f-db9af9b31f09" providerId="ADAL" clId="{C311BBDC-8466-4BA7-80E7-3273DECF3471}" dt="2026-10-15T15:10:40.310" v="511" actId="20577"/>
        <pc:sldMkLst>
          <pc:docMk/>
          <pc:sldMk cId="0" sldId="258"/>
        </pc:sldMkLst>
        <pc:spChg chg="mod">
          <ac:chgData name="Sandrine Herbeth" userId="e8c58347-fd4e-44ae-963f-db9af9b31f09" providerId="ADAL" clId="{C311BBDC-8466-4BA7-80E7-3273DECF3471}" dt="2026-10-15T15:10:40.310" v="511" actId="20577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Sandrine Herbeth" userId="e8c58347-fd4e-44ae-963f-db9af9b31f09" providerId="ADAL" clId="{C311BBDC-8466-4BA7-80E7-3273DECF3471}" dt="2026-10-15T20:18:33.994" v="601" actId="1076"/>
        <pc:sldMkLst>
          <pc:docMk/>
          <pc:sldMk cId="0" sldId="267"/>
        </pc:sldMkLst>
        <pc:spChg chg="mod">
          <ac:chgData name="Sandrine Herbeth" userId="e8c58347-fd4e-44ae-963f-db9af9b31f09" providerId="ADAL" clId="{C311BBDC-8466-4BA7-80E7-3273DECF3471}" dt="2026-10-15T20:17:33.183" v="583" actId="20577"/>
          <ac:spMkLst>
            <pc:docMk/>
            <pc:sldMk cId="0" sldId="267"/>
            <ac:spMk id="5" creationId="{00000000-0000-0000-0000-000000000000}"/>
          </ac:spMkLst>
        </pc:spChg>
        <pc:spChg chg="add mod">
          <ac:chgData name="Sandrine Herbeth" userId="e8c58347-fd4e-44ae-963f-db9af9b31f09" providerId="ADAL" clId="{C311BBDC-8466-4BA7-80E7-3273DECF3471}" dt="2026-10-15T20:18:24.963" v="598" actId="313"/>
          <ac:spMkLst>
            <pc:docMk/>
            <pc:sldMk cId="0" sldId="267"/>
            <ac:spMk id="6" creationId="{B864E120-F085-1BF1-7653-5975FCB134B4}"/>
          </ac:spMkLst>
        </pc:spChg>
        <pc:spChg chg="del">
          <ac:chgData name="Sandrine Herbeth" userId="e8c58347-fd4e-44ae-963f-db9af9b31f09" providerId="ADAL" clId="{C311BBDC-8466-4BA7-80E7-3273DECF3471}" dt="2026-10-15T20:17:19.078" v="573" actId="478"/>
          <ac:spMkLst>
            <pc:docMk/>
            <pc:sldMk cId="0" sldId="267"/>
            <ac:spMk id="10" creationId="{00000000-0000-0000-0000-000000000000}"/>
          </ac:spMkLst>
        </pc:spChg>
        <pc:spChg chg="add mod">
          <ac:chgData name="Sandrine Herbeth" userId="e8c58347-fd4e-44ae-963f-db9af9b31f09" providerId="ADAL" clId="{C311BBDC-8466-4BA7-80E7-3273DECF3471}" dt="2026-10-15T20:18:12.082" v="592" actId="1076"/>
          <ac:spMkLst>
            <pc:docMk/>
            <pc:sldMk cId="0" sldId="267"/>
            <ac:spMk id="18" creationId="{E4E25A8F-464A-F9B2-1F9E-49EC99858068}"/>
          </ac:spMkLst>
        </pc:spChg>
        <pc:spChg chg="add mod">
          <ac:chgData name="Sandrine Herbeth" userId="e8c58347-fd4e-44ae-963f-db9af9b31f09" providerId="ADAL" clId="{C311BBDC-8466-4BA7-80E7-3273DECF3471}" dt="2026-10-15T14:49:50.691" v="114" actId="1037"/>
          <ac:spMkLst>
            <pc:docMk/>
            <pc:sldMk cId="0" sldId="267"/>
            <ac:spMk id="19" creationId="{3452D1A4-B5A2-E6B0-9FB7-8CB58C197A48}"/>
          </ac:spMkLst>
        </pc:spChg>
        <pc:spChg chg="add mod">
          <ac:chgData name="Sandrine Herbeth" userId="e8c58347-fd4e-44ae-963f-db9af9b31f09" providerId="ADAL" clId="{C311BBDC-8466-4BA7-80E7-3273DECF3471}" dt="2026-10-15T20:18:33.994" v="601" actId="1076"/>
          <ac:spMkLst>
            <pc:docMk/>
            <pc:sldMk cId="0" sldId="267"/>
            <ac:spMk id="20" creationId="{3CEE53B0-D546-0E0F-AB6F-00BC2671E5D1}"/>
          </ac:spMkLst>
        </pc:spChg>
        <pc:spChg chg="add mod">
          <ac:chgData name="Sandrine Herbeth" userId="e8c58347-fd4e-44ae-963f-db9af9b31f09" providerId="ADAL" clId="{C311BBDC-8466-4BA7-80E7-3273DECF3471}" dt="2026-10-15T14:50:32.246" v="150" actId="20577"/>
          <ac:spMkLst>
            <pc:docMk/>
            <pc:sldMk cId="0" sldId="267"/>
            <ac:spMk id="21" creationId="{241F6C8F-87B0-31EA-9D7C-07DC5A4DB5F0}"/>
          </ac:spMkLst>
        </pc:spChg>
        <pc:spChg chg="add mod">
          <ac:chgData name="Sandrine Herbeth" userId="e8c58347-fd4e-44ae-963f-db9af9b31f09" providerId="ADAL" clId="{C311BBDC-8466-4BA7-80E7-3273DECF3471}" dt="2026-10-15T14:49:50.691" v="114" actId="1037"/>
          <ac:spMkLst>
            <pc:docMk/>
            <pc:sldMk cId="0" sldId="267"/>
            <ac:spMk id="22" creationId="{EC3D9932-4451-90FC-3122-0982755799A7}"/>
          </ac:spMkLst>
        </pc:spChg>
        <pc:picChg chg="add del mod">
          <ac:chgData name="Sandrine Herbeth" userId="e8c58347-fd4e-44ae-963f-db9af9b31f09" providerId="ADAL" clId="{C311BBDC-8466-4BA7-80E7-3273DECF3471}" dt="2026-10-15T18:50:38.559" v="553" actId="478"/>
          <ac:picMkLst>
            <pc:docMk/>
            <pc:sldMk cId="0" sldId="267"/>
            <ac:picMk id="13" creationId="{15A16E50-CB41-7DED-EDD0-47D4C34C306E}"/>
          </ac:picMkLst>
        </pc:picChg>
        <pc:picChg chg="add mod">
          <ac:chgData name="Sandrine Herbeth" userId="e8c58347-fd4e-44ae-963f-db9af9b31f09" providerId="ADAL" clId="{C311BBDC-8466-4BA7-80E7-3273DECF3471}" dt="2026-10-15T14:49:50.691" v="114" actId="1037"/>
          <ac:picMkLst>
            <pc:docMk/>
            <pc:sldMk cId="0" sldId="267"/>
            <ac:picMk id="14" creationId="{EE8455D4-B4AE-2104-FDCB-8D7B4C715255}"/>
          </ac:picMkLst>
        </pc:picChg>
        <pc:picChg chg="add mod">
          <ac:chgData name="Sandrine Herbeth" userId="e8c58347-fd4e-44ae-963f-db9af9b31f09" providerId="ADAL" clId="{C311BBDC-8466-4BA7-80E7-3273DECF3471}" dt="2026-10-15T14:49:50.691" v="114" actId="1037"/>
          <ac:picMkLst>
            <pc:docMk/>
            <pc:sldMk cId="0" sldId="267"/>
            <ac:picMk id="15" creationId="{4FF41867-B998-3C07-A1BC-72C4F2D1D3C5}"/>
          </ac:picMkLst>
        </pc:picChg>
        <pc:picChg chg="add mod">
          <ac:chgData name="Sandrine Herbeth" userId="e8c58347-fd4e-44ae-963f-db9af9b31f09" providerId="ADAL" clId="{C311BBDC-8466-4BA7-80E7-3273DECF3471}" dt="2026-10-15T14:49:50.691" v="114" actId="1037"/>
          <ac:picMkLst>
            <pc:docMk/>
            <pc:sldMk cId="0" sldId="267"/>
            <ac:picMk id="17" creationId="{90290383-DBF6-B904-C715-F866473BE36D}"/>
          </ac:picMkLst>
        </pc:picChg>
        <pc:picChg chg="add mod modCrop">
          <ac:chgData name="Sandrine Herbeth" userId="e8c58347-fd4e-44ae-963f-db9af9b31f09" providerId="ADAL" clId="{C311BBDC-8466-4BA7-80E7-3273DECF3471}" dt="2026-10-15T18:50:35.540" v="552" actId="1076"/>
          <ac:picMkLst>
            <pc:docMk/>
            <pc:sldMk cId="0" sldId="267"/>
            <ac:picMk id="24" creationId="{1EE67BB7-02F5-7448-3A4D-CB5D748CA312}"/>
          </ac:picMkLst>
        </pc:picChg>
      </pc:sldChg>
      <pc:sldChg chg="modSp add mod">
        <pc:chgData name="Sandrine Herbeth" userId="e8c58347-fd4e-44ae-963f-db9af9b31f09" providerId="ADAL" clId="{C311BBDC-8466-4BA7-80E7-3273DECF3471}" dt="2026-10-15T15:11:29.822" v="536" actId="20577"/>
        <pc:sldMkLst>
          <pc:docMk/>
          <pc:sldMk cId="419477210" sldId="268"/>
        </pc:sldMkLst>
        <pc:spChg chg="mod">
          <ac:chgData name="Sandrine Herbeth" userId="e8c58347-fd4e-44ae-963f-db9af9b31f09" providerId="ADAL" clId="{C311BBDC-8466-4BA7-80E7-3273DECF3471}" dt="2026-10-15T15:10:59.434" v="514" actId="20577"/>
          <ac:spMkLst>
            <pc:docMk/>
            <pc:sldMk cId="419477210" sldId="268"/>
            <ac:spMk id="3" creationId="{9F24B8B8-08D4-45B4-4C3F-8703EF65FA01}"/>
          </ac:spMkLst>
        </pc:spChg>
        <pc:spChg chg="mod">
          <ac:chgData name="Sandrine Herbeth" userId="e8c58347-fd4e-44ae-963f-db9af9b31f09" providerId="ADAL" clId="{C311BBDC-8466-4BA7-80E7-3273DECF3471}" dt="2026-10-15T15:11:29.822" v="536" actId="20577"/>
          <ac:spMkLst>
            <pc:docMk/>
            <pc:sldMk cId="419477210" sldId="268"/>
            <ac:spMk id="5" creationId="{C504DFB9-7E83-4A24-C106-E779619F4583}"/>
          </ac:spMkLst>
        </pc:spChg>
      </pc:sldChg>
      <pc:sldChg chg="modSp add mod">
        <pc:chgData name="Sandrine Herbeth" userId="e8c58347-fd4e-44ae-963f-db9af9b31f09" providerId="ADAL" clId="{C311BBDC-8466-4BA7-80E7-3273DECF3471}" dt="2026-10-15T15:11:22.448" v="534" actId="20577"/>
        <pc:sldMkLst>
          <pc:docMk/>
          <pc:sldMk cId="823442104" sldId="269"/>
        </pc:sldMkLst>
        <pc:spChg chg="mod">
          <ac:chgData name="Sandrine Herbeth" userId="e8c58347-fd4e-44ae-963f-db9af9b31f09" providerId="ADAL" clId="{C311BBDC-8466-4BA7-80E7-3273DECF3471}" dt="2026-10-15T15:11:15.669" v="530" actId="20577"/>
          <ac:spMkLst>
            <pc:docMk/>
            <pc:sldMk cId="823442104" sldId="269"/>
            <ac:spMk id="3" creationId="{E707E907-C6A2-6B0F-8494-E5ADEB3EE1C3}"/>
          </ac:spMkLst>
        </pc:spChg>
        <pc:spChg chg="mod">
          <ac:chgData name="Sandrine Herbeth" userId="e8c58347-fd4e-44ae-963f-db9af9b31f09" providerId="ADAL" clId="{C311BBDC-8466-4BA7-80E7-3273DECF3471}" dt="2026-10-15T15:11:22.448" v="534" actId="20577"/>
          <ac:spMkLst>
            <pc:docMk/>
            <pc:sldMk cId="823442104" sldId="269"/>
            <ac:spMk id="5" creationId="{52A169B9-80C8-F711-E4B2-65B761817AFF}"/>
          </ac:spMkLst>
        </pc:spChg>
      </pc:sldChg>
    </pc:docChg>
  </pc:docChgLst>
  <pc:docChgLst>
    <pc:chgData name="Quentin Schmidt" userId="f880ed7a-110e-483f-b4e6-8ac6326adb8a" providerId="ADAL" clId="{3575F7B3-E2EB-4ED4-8EF1-A95F0E867991}"/>
    <pc:docChg chg="undo custSel delSld modSld">
      <pc:chgData name="Quentin Schmidt" userId="f880ed7a-110e-483f-b4e6-8ac6326adb8a" providerId="ADAL" clId="{3575F7B3-E2EB-4ED4-8EF1-A95F0E867991}" dt="2026-10-15T21:07:39.328" v="895" actId="20577"/>
      <pc:docMkLst>
        <pc:docMk/>
      </pc:docMkLst>
      <pc:sldChg chg="modSp mod">
        <pc:chgData name="Quentin Schmidt" userId="f880ed7a-110e-483f-b4e6-8ac6326adb8a" providerId="ADAL" clId="{3575F7B3-E2EB-4ED4-8EF1-A95F0E867991}" dt="2026-10-15T18:50:47.437" v="77" actId="20577"/>
        <pc:sldMkLst>
          <pc:docMk/>
          <pc:sldMk cId="0" sldId="256"/>
        </pc:sldMkLst>
        <pc:spChg chg="mod">
          <ac:chgData name="Quentin Schmidt" userId="f880ed7a-110e-483f-b4e6-8ac6326adb8a" providerId="ADAL" clId="{3575F7B3-E2EB-4ED4-8EF1-A95F0E867991}" dt="2026-10-15T18:50:47.437" v="77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Quentin Schmidt" userId="f880ed7a-110e-483f-b4e6-8ac6326adb8a" providerId="ADAL" clId="{3575F7B3-E2EB-4ED4-8EF1-A95F0E867991}" dt="2026-10-15T21:07:39.328" v="895" actId="20577"/>
        <pc:sldMkLst>
          <pc:docMk/>
          <pc:sldMk cId="0" sldId="257"/>
        </pc:sldMkLst>
        <pc:spChg chg="mod">
          <ac:chgData name="Quentin Schmidt" userId="f880ed7a-110e-483f-b4e6-8ac6326adb8a" providerId="ADAL" clId="{3575F7B3-E2EB-4ED4-8EF1-A95F0E867991}" dt="2026-10-15T19:50:55.725" v="856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37:30.760" v="641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38:18.565" v="647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38:54.246" v="657" actId="1076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Quentin Schmidt" userId="f880ed7a-110e-483f-b4e6-8ac6326adb8a" providerId="ADAL" clId="{3575F7B3-E2EB-4ED4-8EF1-A95F0E867991}" dt="2026-10-15T20:32:55.800" v="883" actId="5793"/>
          <ac:spMkLst>
            <pc:docMk/>
            <pc:sldMk cId="0" sldId="257"/>
            <ac:spMk id="13" creationId="{12632FC8-66DD-322C-D859-B4411857E972}"/>
          </ac:spMkLst>
        </pc:spChg>
        <pc:spChg chg="mod">
          <ac:chgData name="Quentin Schmidt" userId="f880ed7a-110e-483f-b4e6-8ac6326adb8a" providerId="ADAL" clId="{3575F7B3-E2EB-4ED4-8EF1-A95F0E867991}" dt="2026-10-15T19:38:08.643" v="646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40:25.367" v="664" actId="1410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47:27.218" v="794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46:26.503" v="781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49:17.196" v="820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37:57.982" v="644" actId="1410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36:34.459" v="639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47:53.771" v="808" actId="313"/>
          <ac:spMkLst>
            <pc:docMk/>
            <pc:sldMk cId="0" sldId="257"/>
            <ac:spMk id="22" creationId="{00000000-0000-0000-0000-000000000000}"/>
          </ac:spMkLst>
        </pc:spChg>
        <pc:spChg chg="add mod">
          <ac:chgData name="Quentin Schmidt" userId="f880ed7a-110e-483f-b4e6-8ac6326adb8a" providerId="ADAL" clId="{3575F7B3-E2EB-4ED4-8EF1-A95F0E867991}" dt="2026-10-15T19:47:33.774" v="795" actId="14100"/>
          <ac:spMkLst>
            <pc:docMk/>
            <pc:sldMk cId="0" sldId="257"/>
            <ac:spMk id="23" creationId="{154E05A0-3368-00D0-F877-06B5627D575C}"/>
          </ac:spMkLst>
        </pc:spChg>
        <pc:spChg chg="mod">
          <ac:chgData name="Quentin Schmidt" userId="f880ed7a-110e-483f-b4e6-8ac6326adb8a" providerId="ADAL" clId="{3575F7B3-E2EB-4ED4-8EF1-A95F0E867991}" dt="2026-10-15T19:44:15.963" v="754" actId="1076"/>
          <ac:spMkLst>
            <pc:docMk/>
            <pc:sldMk cId="0" sldId="257"/>
            <ac:spMk id="24" creationId="{00000000-0000-0000-0000-000000000000}"/>
          </ac:spMkLst>
        </pc:spChg>
        <pc:spChg chg="del mod">
          <ac:chgData name="Quentin Schmidt" userId="f880ed7a-110e-483f-b4e6-8ac6326adb8a" providerId="ADAL" clId="{3575F7B3-E2EB-4ED4-8EF1-A95F0E867991}" dt="2026-10-15T19:48:28.934" v="812" actId="47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39:55.938" v="662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49:49.576" v="825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Quentin Schmidt" userId="f880ed7a-110e-483f-b4e6-8ac6326adb8a" providerId="ADAL" clId="{3575F7B3-E2EB-4ED4-8EF1-A95F0E867991}" dt="2026-10-15T19:49:29.460" v="822" actId="1076"/>
          <ac:spMkLst>
            <pc:docMk/>
            <pc:sldMk cId="0" sldId="257"/>
            <ac:spMk id="29" creationId="{00000000-0000-0000-0000-000000000000}"/>
          </ac:spMkLst>
        </pc:spChg>
        <pc:spChg chg="del">
          <ac:chgData name="Quentin Schmidt" userId="f880ed7a-110e-483f-b4e6-8ac6326adb8a" providerId="ADAL" clId="{3575F7B3-E2EB-4ED4-8EF1-A95F0E867991}" dt="2026-10-15T19:32:06.236" v="632" actId="478"/>
          <ac:spMkLst>
            <pc:docMk/>
            <pc:sldMk cId="0" sldId="257"/>
            <ac:spMk id="30" creationId="{00000000-0000-0000-0000-000000000000}"/>
          </ac:spMkLst>
        </pc:spChg>
        <pc:spChg chg="del mod">
          <ac:chgData name="Quentin Schmidt" userId="f880ed7a-110e-483f-b4e6-8ac6326adb8a" providerId="ADAL" clId="{3575F7B3-E2EB-4ED4-8EF1-A95F0E867991}" dt="2026-10-15T19:32:12.663" v="635" actId="478"/>
          <ac:spMkLst>
            <pc:docMk/>
            <pc:sldMk cId="0" sldId="257"/>
            <ac:spMk id="31" creationId="{00000000-0000-0000-0000-000000000000}"/>
          </ac:spMkLst>
        </pc:spChg>
        <pc:spChg chg="del mod">
          <ac:chgData name="Quentin Schmidt" userId="f880ed7a-110e-483f-b4e6-8ac6326adb8a" providerId="ADAL" clId="{3575F7B3-E2EB-4ED4-8EF1-A95F0E867991}" dt="2026-10-15T19:32:09.134" v="633" actId="478"/>
          <ac:spMkLst>
            <pc:docMk/>
            <pc:sldMk cId="0" sldId="257"/>
            <ac:spMk id="32" creationId="{00000000-0000-0000-0000-000000000000}"/>
          </ac:spMkLst>
        </pc:spChg>
        <pc:spChg chg="add mod">
          <ac:chgData name="Quentin Schmidt" userId="f880ed7a-110e-483f-b4e6-8ac6326adb8a" providerId="ADAL" clId="{3575F7B3-E2EB-4ED4-8EF1-A95F0E867991}" dt="2026-10-15T21:07:39.328" v="895" actId="20577"/>
          <ac:spMkLst>
            <pc:docMk/>
            <pc:sldMk cId="0" sldId="257"/>
            <ac:spMk id="33" creationId="{B6B4875E-7FC7-F287-4BA9-59A12147B7B9}"/>
          </ac:spMkLst>
        </pc:spChg>
        <pc:spChg chg="del">
          <ac:chgData name="Quentin Schmidt" userId="f880ed7a-110e-483f-b4e6-8ac6326adb8a" providerId="ADAL" clId="{3575F7B3-E2EB-4ED4-8EF1-A95F0E867991}" dt="2026-10-15T19:32:18.134" v="637" actId="478"/>
          <ac:spMkLst>
            <pc:docMk/>
            <pc:sldMk cId="0" sldId="257"/>
            <ac:spMk id="34" creationId="{00000000-0000-0000-0000-000000000000}"/>
          </ac:spMkLst>
        </pc:spChg>
        <pc:spChg chg="add mod">
          <ac:chgData name="Quentin Schmidt" userId="f880ed7a-110e-483f-b4e6-8ac6326adb8a" providerId="ADAL" clId="{3575F7B3-E2EB-4ED4-8EF1-A95F0E867991}" dt="2026-10-15T19:50:27.636" v="831" actId="12"/>
          <ac:spMkLst>
            <pc:docMk/>
            <pc:sldMk cId="0" sldId="257"/>
            <ac:spMk id="36" creationId="{E5B63D1E-2EBB-E2D3-8BC9-DFC5AA4B5A51}"/>
          </ac:spMkLst>
        </pc:spChg>
        <pc:spChg chg="add del mod">
          <ac:chgData name="Quentin Schmidt" userId="f880ed7a-110e-483f-b4e6-8ac6326adb8a" providerId="ADAL" clId="{3575F7B3-E2EB-4ED4-8EF1-A95F0E867991}" dt="2026-10-15T19:32:15.285" v="636" actId="478"/>
          <ac:spMkLst>
            <pc:docMk/>
            <pc:sldMk cId="0" sldId="257"/>
            <ac:spMk id="38" creationId="{DF43E6EE-805C-8758-7FEC-6D3DE747F8B3}"/>
          </ac:spMkLst>
        </pc:spChg>
        <pc:spChg chg="add mod ord">
          <ac:chgData name="Quentin Schmidt" userId="f880ed7a-110e-483f-b4e6-8ac6326adb8a" providerId="ADAL" clId="{3575F7B3-E2EB-4ED4-8EF1-A95F0E867991}" dt="2026-10-15T19:48:58.505" v="817" actId="167"/>
          <ac:spMkLst>
            <pc:docMk/>
            <pc:sldMk cId="0" sldId="257"/>
            <ac:spMk id="40" creationId="{53346100-3F95-322B-BFF6-59D21EED0A4F}"/>
          </ac:spMkLst>
        </pc:spChg>
        <pc:picChg chg="del mod">
          <ac:chgData name="Quentin Schmidt" userId="f880ed7a-110e-483f-b4e6-8ac6326adb8a" providerId="ADAL" clId="{3575F7B3-E2EB-4ED4-8EF1-A95F0E867991}" dt="2026-10-15T19:14:24.080" v="609" actId="478"/>
          <ac:picMkLst>
            <pc:docMk/>
            <pc:sldMk cId="0" sldId="257"/>
            <ac:picMk id="7" creationId="{4BFB0A71-FB58-C5D6-F616-D3CC6CDC8759}"/>
          </ac:picMkLst>
        </pc:picChg>
      </pc:sldChg>
      <pc:sldChg chg="del">
        <pc:chgData name="Quentin Schmidt" userId="f880ed7a-110e-483f-b4e6-8ac6326adb8a" providerId="ADAL" clId="{3575F7B3-E2EB-4ED4-8EF1-A95F0E867991}" dt="2026-10-15T19:24:06.128" v="621" actId="2696"/>
        <pc:sldMkLst>
          <pc:docMk/>
          <pc:sldMk cId="0" sldId="258"/>
        </pc:sldMkLst>
      </pc:sldChg>
      <pc:sldChg chg="del">
        <pc:chgData name="Quentin Schmidt" userId="f880ed7a-110e-483f-b4e6-8ac6326adb8a" providerId="ADAL" clId="{3575F7B3-E2EB-4ED4-8EF1-A95F0E867991}" dt="2026-10-15T19:15:39.320" v="620" actId="2696"/>
        <pc:sldMkLst>
          <pc:docMk/>
          <pc:sldMk cId="0" sldId="259"/>
        </pc:sldMkLst>
      </pc:sldChg>
      <pc:sldChg chg="del">
        <pc:chgData name="Quentin Schmidt" userId="f880ed7a-110e-483f-b4e6-8ac6326adb8a" providerId="ADAL" clId="{3575F7B3-E2EB-4ED4-8EF1-A95F0E867991}" dt="2026-10-15T19:15:39.320" v="620" actId="2696"/>
        <pc:sldMkLst>
          <pc:docMk/>
          <pc:sldMk cId="0" sldId="260"/>
        </pc:sldMkLst>
      </pc:sldChg>
      <pc:sldChg chg="del">
        <pc:chgData name="Quentin Schmidt" userId="f880ed7a-110e-483f-b4e6-8ac6326adb8a" providerId="ADAL" clId="{3575F7B3-E2EB-4ED4-8EF1-A95F0E867991}" dt="2026-10-15T19:15:39.320" v="620" actId="2696"/>
        <pc:sldMkLst>
          <pc:docMk/>
          <pc:sldMk cId="0" sldId="261"/>
        </pc:sldMkLst>
      </pc:sldChg>
      <pc:sldChg chg="del">
        <pc:chgData name="Quentin Schmidt" userId="f880ed7a-110e-483f-b4e6-8ac6326adb8a" providerId="ADAL" clId="{3575F7B3-E2EB-4ED4-8EF1-A95F0E867991}" dt="2026-10-15T19:15:39.320" v="620" actId="2696"/>
        <pc:sldMkLst>
          <pc:docMk/>
          <pc:sldMk cId="0" sldId="264"/>
        </pc:sldMkLst>
      </pc:sldChg>
      <pc:sldChg chg="del">
        <pc:chgData name="Quentin Schmidt" userId="f880ed7a-110e-483f-b4e6-8ac6326adb8a" providerId="ADAL" clId="{3575F7B3-E2EB-4ED4-8EF1-A95F0E867991}" dt="2026-10-15T19:15:39.320" v="620" actId="2696"/>
        <pc:sldMkLst>
          <pc:docMk/>
          <pc:sldMk cId="0" sldId="265"/>
        </pc:sldMkLst>
      </pc:sldChg>
      <pc:sldChg chg="del">
        <pc:chgData name="Quentin Schmidt" userId="f880ed7a-110e-483f-b4e6-8ac6326adb8a" providerId="ADAL" clId="{3575F7B3-E2EB-4ED4-8EF1-A95F0E867991}" dt="2026-10-15T19:24:06.128" v="621" actId="2696"/>
        <pc:sldMkLst>
          <pc:docMk/>
          <pc:sldMk cId="0" sldId="266"/>
        </pc:sldMkLst>
      </pc:sldChg>
      <pc:sldChg chg="del">
        <pc:chgData name="Quentin Schmidt" userId="f880ed7a-110e-483f-b4e6-8ac6326adb8a" providerId="ADAL" clId="{3575F7B3-E2EB-4ED4-8EF1-A95F0E867991}" dt="2026-10-15T19:24:06.128" v="621" actId="2696"/>
        <pc:sldMkLst>
          <pc:docMk/>
          <pc:sldMk cId="419477210" sldId="268"/>
        </pc:sldMkLst>
      </pc:sldChg>
      <pc:sldChg chg="del">
        <pc:chgData name="Quentin Schmidt" userId="f880ed7a-110e-483f-b4e6-8ac6326adb8a" providerId="ADAL" clId="{3575F7B3-E2EB-4ED4-8EF1-A95F0E867991}" dt="2026-10-15T19:24:06.128" v="621" actId="2696"/>
        <pc:sldMkLst>
          <pc:docMk/>
          <pc:sldMk cId="823442104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55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00A6E0"/>
          </a:solidFill>
          <a:ln w="12700">
            <a:solidFill>
              <a:srgbClr val="00A6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0">
            <a:off x="8366760" y="868680"/>
            <a:ext cx="3337560" cy="3977640"/>
          </a:xfrm>
          <a:prstGeom prst="arc">
            <a:avLst/>
          </a:prstGeom>
          <a:solidFill>
            <a:srgbClr val="00A6E0">
              <a:alpha val="0"/>
            </a:srgbClr>
          </a:solidFill>
          <a:ln w="635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72600" y="1188720"/>
            <a:ext cx="1234440" cy="1234440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49840" y="4251960"/>
            <a:ext cx="1600200" cy="1600200"/>
          </a:xfrm>
          <a:prstGeom prst="ellipse">
            <a:avLst/>
          </a:prstGeom>
          <a:solidFill>
            <a:srgbClr val="102A43">
              <a:alpha val="22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21792" y="2200274"/>
            <a:ext cx="7360920" cy="197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Luxembourg’s external trade data.</a:t>
            </a:r>
          </a:p>
          <a:p>
            <a:r>
              <a:rPr lang="en-US" sz="2000">
                <a:solidFill>
                  <a:schemeClr val="bg1"/>
                </a:solidFill>
              </a:rPr>
              <a:t>How to turn trade data into essential levers for understanding and action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4616958"/>
            <a:ext cx="1097280" cy="0"/>
          </a:xfrm>
          <a:prstGeom prst="line">
            <a:avLst/>
          </a:prstGeom>
          <a:noFill/>
          <a:ln w="50800">
            <a:solidFill>
              <a:srgbClr val="00A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482727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D6E7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2026 – DAT’ARTEMIS TEAM</a:t>
            </a:r>
            <a:endParaRPr lang="en-US" sz="1700"/>
          </a:p>
        </p:txBody>
      </p:sp>
      <p:sp>
        <p:nvSpPr>
          <p:cNvPr id="10" name="Text 8"/>
          <p:cNvSpPr txBox="1"/>
          <p:nvPr/>
        </p:nvSpPr>
        <p:spPr>
          <a:xfrm>
            <a:off x="640080" y="608990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130">
                <a:solidFill>
                  <a:srgbClr val="B9CF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Octobre 2026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0D12C4-6E41-1974-14BC-95E13B909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254" y="557693"/>
            <a:ext cx="3848471" cy="7588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3">
            <a:extLst>
              <a:ext uri="{FF2B5EF4-FFF2-40B4-BE49-F238E27FC236}">
                <a16:creationId xmlns:a16="http://schemas.microsoft.com/office/drawing/2014/main" id="{53346100-3F95-322B-BFF6-59D21EED0A4F}"/>
              </a:ext>
            </a:extLst>
          </p:cNvPr>
          <p:cNvSpPr/>
          <p:nvPr/>
        </p:nvSpPr>
        <p:spPr>
          <a:xfrm>
            <a:off x="6094475" y="3886196"/>
            <a:ext cx="4444730" cy="2118091"/>
          </a:xfrm>
          <a:prstGeom prst="roundRect">
            <a:avLst>
              <a:gd name="adj" fmla="val 3030"/>
            </a:avLst>
          </a:prstGeom>
          <a:solidFill>
            <a:srgbClr val="F4F9FC"/>
          </a:solidFill>
          <a:ln w="12700">
            <a:solidFill>
              <a:srgbClr val="D9E4EA"/>
            </a:solidFill>
            <a:prstDash val="solid"/>
          </a:ln>
          <a:effectLst>
            <a:outerShdw blurRad="12700" dist="50800" dir="2700000" algn="bl" rotWithShape="0">
              <a:srgbClr val="A9BB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6E0"/>
          </a:solidFill>
          <a:ln w="12700">
            <a:solidFill>
              <a:srgbClr val="00A6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5760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The key results of the work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960120" cy="0"/>
          </a:xfrm>
          <a:prstGeom prst="line">
            <a:avLst/>
          </a:prstGeom>
          <a:noFill/>
          <a:ln w="38100">
            <a:solidFill>
              <a:srgbClr val="00A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889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21808" y="65105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>
                <a:solidFill>
                  <a:srgbClr val="6877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artemis.lu</a:t>
            </a:r>
            <a:endParaRPr lang="en-US" sz="750"/>
          </a:p>
        </p:txBody>
      </p:sp>
      <p:sp>
        <p:nvSpPr>
          <p:cNvPr id="9" name="Text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>
                <a:solidFill>
                  <a:srgbClr val="102A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621792" y="1627631"/>
            <a:ext cx="4444730" cy="2118095"/>
          </a:xfrm>
          <a:prstGeom prst="roundRect">
            <a:avLst>
              <a:gd name="adj" fmla="val 3030"/>
            </a:avLst>
          </a:prstGeom>
          <a:solidFill>
            <a:srgbClr val="F4F9FC"/>
          </a:solidFill>
          <a:ln w="12700">
            <a:solidFill>
              <a:srgbClr val="D9E4EA"/>
            </a:solidFill>
            <a:prstDash val="solid"/>
          </a:ln>
          <a:effectLst>
            <a:outerShdw blurRad="12700" dist="50800" dir="2700000" algn="bl" rotWithShape="0">
              <a:srgbClr val="A9BB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97768" y="175254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00A6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200"/>
          </a:p>
        </p:txBody>
      </p:sp>
      <p:sp>
        <p:nvSpPr>
          <p:cNvPr id="12" name="Text 10"/>
          <p:cNvSpPr txBox="1"/>
          <p:nvPr/>
        </p:nvSpPr>
        <p:spPr>
          <a:xfrm>
            <a:off x="797768" y="206343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Use of data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08740" y="1847088"/>
            <a:ext cx="256032" cy="0"/>
          </a:xfrm>
          <a:prstGeom prst="line">
            <a:avLst/>
          </a:prstGeom>
          <a:noFill/>
          <a:ln w="25400">
            <a:solidFill>
              <a:srgbClr val="00A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94475" y="1627631"/>
            <a:ext cx="4444730" cy="2118091"/>
          </a:xfrm>
          <a:prstGeom prst="roundRect">
            <a:avLst>
              <a:gd name="adj" fmla="val 3030"/>
            </a:avLst>
          </a:prstGeom>
          <a:solidFill>
            <a:srgbClr val="F4F9FC"/>
          </a:solidFill>
          <a:ln w="12700">
            <a:solidFill>
              <a:srgbClr val="D9E4EA"/>
            </a:solidFill>
            <a:prstDash val="solid"/>
          </a:ln>
          <a:effectLst>
            <a:outerShdw blurRad="12700" dist="50800" dir="2700000" algn="bl" rotWithShape="0">
              <a:srgbClr val="A9BB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95643" y="175254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00A6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6304787" y="2061225"/>
            <a:ext cx="3837401" cy="356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Innovation &amp; experimentation</a:t>
            </a: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46736" y="1848293"/>
            <a:ext cx="256032" cy="0"/>
          </a:xfrm>
          <a:prstGeom prst="line">
            <a:avLst/>
          </a:prstGeom>
          <a:noFill/>
          <a:ln w="25400">
            <a:solidFill>
              <a:srgbClr val="00A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" y="3886198"/>
            <a:ext cx="4444730" cy="2118089"/>
          </a:xfrm>
          <a:prstGeom prst="roundRect">
            <a:avLst>
              <a:gd name="adj" fmla="val 3030"/>
            </a:avLst>
          </a:prstGeom>
          <a:solidFill>
            <a:srgbClr val="F4F9FC"/>
          </a:solidFill>
          <a:ln w="12700">
            <a:solidFill>
              <a:srgbClr val="D9E4EA"/>
            </a:solidFill>
            <a:prstDash val="solid"/>
          </a:ln>
          <a:effectLst>
            <a:outerShdw blurRad="12700" dist="50800" dir="2700000" algn="bl" rotWithShape="0">
              <a:srgbClr val="A9BB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97768" y="4050791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00A6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200"/>
          </a:p>
        </p:txBody>
      </p:sp>
      <p:sp>
        <p:nvSpPr>
          <p:cNvPr id="22" name="Text 20"/>
          <p:cNvSpPr txBox="1"/>
          <p:nvPr/>
        </p:nvSpPr>
        <p:spPr>
          <a:xfrm>
            <a:off x="797768" y="4288535"/>
            <a:ext cx="3531636" cy="59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b="1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Functional Proof of Concept</a:t>
            </a:r>
            <a:endParaRPr lang="en-US" b="1">
              <a:solidFill>
                <a:srgbClr val="102A43"/>
              </a:solidFill>
              <a:latin typeface="Poppins" pitchFamily="34" charset="0"/>
              <a:cs typeface="Poppin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08740" y="4147886"/>
            <a:ext cx="256032" cy="0"/>
          </a:xfrm>
          <a:prstGeom prst="line">
            <a:avLst/>
          </a:prstGeom>
          <a:noFill/>
          <a:ln w="25400">
            <a:solidFill>
              <a:srgbClr val="00A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295643" y="405079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00A6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200"/>
          </a:p>
        </p:txBody>
      </p:sp>
      <p:sp>
        <p:nvSpPr>
          <p:cNvPr id="27" name="Text 25"/>
          <p:cNvSpPr txBox="1"/>
          <p:nvPr/>
        </p:nvSpPr>
        <p:spPr>
          <a:xfrm>
            <a:off x="6304787" y="4367960"/>
            <a:ext cx="3751093" cy="408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GB" b="1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Reproducibility &amp; Openness</a:t>
            </a:r>
            <a:endParaRPr lang="en-US" b="1">
              <a:solidFill>
                <a:srgbClr val="102A43"/>
              </a:solidFill>
              <a:latin typeface="Poppins" pitchFamily="34" charset="0"/>
              <a:cs typeface="Poppins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046736" y="4123887"/>
            <a:ext cx="256032" cy="0"/>
          </a:xfrm>
          <a:prstGeom prst="line">
            <a:avLst/>
          </a:prstGeom>
          <a:noFill/>
          <a:ln w="25400">
            <a:solidFill>
              <a:srgbClr val="00A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Graphique 50">
            <a:extLst>
              <a:ext uri="{FF2B5EF4-FFF2-40B4-BE49-F238E27FC236}">
                <a16:creationId xmlns:a16="http://schemas.microsoft.com/office/drawing/2014/main" id="{2876B74A-FAE8-224B-2384-4FB536825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5421" y="213916"/>
            <a:ext cx="1335057" cy="252000"/>
          </a:xfrm>
          <a:prstGeom prst="rect">
            <a:avLst/>
          </a:prstGeom>
        </p:spPr>
      </p:pic>
      <p:sp>
        <p:nvSpPr>
          <p:cNvPr id="43" name="Text 5">
            <a:extLst>
              <a:ext uri="{FF2B5EF4-FFF2-40B4-BE49-F238E27FC236}">
                <a16:creationId xmlns:a16="http://schemas.microsoft.com/office/drawing/2014/main" id="{BA1325F0-A4FB-49AF-38DD-6055EF2DA0E8}"/>
              </a:ext>
            </a:extLst>
          </p:cNvPr>
          <p:cNvSpPr txBox="1"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20">
                <a:solidFill>
                  <a:srgbClr val="167D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CRITERES D’EVALUATION</a:t>
            </a:r>
            <a:endParaRPr lang="en-US" sz="7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2632FC8-66DD-322C-D859-B4411857E972}"/>
              </a:ext>
            </a:extLst>
          </p:cNvPr>
          <p:cNvSpPr txBox="1"/>
          <p:nvPr/>
        </p:nvSpPr>
        <p:spPr>
          <a:xfrm>
            <a:off x="822960" y="2521831"/>
            <a:ext cx="3941812" cy="1034274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Relative Importance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Dependence</a:t>
            </a:r>
          </a:p>
          <a:p>
            <a:r>
              <a:rPr lang="en-US" sz="1400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Geographic comparison </a:t>
            </a:r>
          </a:p>
          <a:p>
            <a:pPr algn="l">
              <a:lnSpc>
                <a:spcPct val="150000"/>
              </a:lnSpc>
            </a:pPr>
            <a:endParaRPr lang="en-US" sz="140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54E05A0-3368-00D0-F877-06B5627D575C}"/>
              </a:ext>
            </a:extLst>
          </p:cNvPr>
          <p:cNvSpPr txBox="1"/>
          <p:nvPr/>
        </p:nvSpPr>
        <p:spPr>
          <a:xfrm>
            <a:off x="6304786" y="2407813"/>
            <a:ext cx="2971801" cy="106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A new form of dashboard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Herfindahl–Hirschman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Finger-</a:t>
            </a:r>
            <a:r>
              <a:rPr lang="en-GB" sz="1400" err="1"/>
              <a:t>Kreinin</a:t>
            </a:r>
            <a:r>
              <a:rPr lang="en-GB" sz="1400"/>
              <a:t> index</a:t>
            </a: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B6B4875E-7FC7-F287-4BA9-59A12147B7B9}"/>
              </a:ext>
            </a:extLst>
          </p:cNvPr>
          <p:cNvSpPr txBox="1"/>
          <p:nvPr/>
        </p:nvSpPr>
        <p:spPr>
          <a:xfrm>
            <a:off x="822960" y="4736721"/>
            <a:ext cx="3685780" cy="1085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A dashboard as a report: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Interactive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Working offline</a:t>
            </a:r>
            <a:endParaRPr lang="en-GB" sz="140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E5B63D1E-2EBB-E2D3-8BC9-DFC5AA4B5A51}"/>
              </a:ext>
            </a:extLst>
          </p:cNvPr>
          <p:cNvSpPr txBox="1"/>
          <p:nvPr/>
        </p:nvSpPr>
        <p:spPr>
          <a:xfrm>
            <a:off x="6304786" y="4883323"/>
            <a:ext cx="3741949" cy="93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Free software &amp; Open sources packages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Available codes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102A43"/>
                </a:solidFill>
                <a:latin typeface="Poppins" pitchFamily="34" charset="0"/>
                <a:cs typeface="Poppins" pitchFamily="34" charset="-120"/>
              </a:rPr>
              <a:t>Everything stored in a public GitHub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462272" cy="6858000"/>
          </a:xfrm>
          <a:prstGeom prst="rect">
            <a:avLst/>
          </a:prstGeom>
          <a:solidFill>
            <a:srgbClr val="00A6E0"/>
          </a:solidFill>
          <a:ln w="12700">
            <a:solidFill>
              <a:srgbClr val="00A6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0">
            <a:off x="8092440" y="960120"/>
            <a:ext cx="3429000" cy="4343400"/>
          </a:xfrm>
          <a:prstGeom prst="arc">
            <a:avLst/>
          </a:prstGeom>
          <a:solidFill>
            <a:srgbClr val="00A6E0">
              <a:alpha val="0"/>
            </a:srgbClr>
          </a:solidFill>
          <a:ln w="63500">
            <a:solidFill>
              <a:srgbClr val="FFFF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35440" y="1280160"/>
            <a:ext cx="1097280" cy="10972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078992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>
                <a:solidFill>
                  <a:srgbClr val="102A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1024128" cy="0"/>
          </a:xfrm>
          <a:prstGeom prst="line">
            <a:avLst/>
          </a:prstGeom>
          <a:noFill/>
          <a:ln w="50800">
            <a:solidFill>
              <a:srgbClr val="00A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102A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ARTEMIS Information Management S.A.</a:t>
            </a:r>
            <a:endParaRPr lang="en-US" sz="1450"/>
          </a:p>
        </p:txBody>
      </p:sp>
      <p:sp>
        <p:nvSpPr>
          <p:cNvPr id="9" name="Text 7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6877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artemis.lu 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A75D-F210-AC08-FE7D-6EC9EE221BB8}"/>
              </a:ext>
            </a:extLst>
          </p:cNvPr>
          <p:cNvSpPr txBox="1"/>
          <p:nvPr/>
        </p:nvSpPr>
        <p:spPr>
          <a:xfrm>
            <a:off x="4985261" y="6163276"/>
            <a:ext cx="2847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600" b="0" i="0">
                <a:solidFill>
                  <a:schemeClr val="accent3">
                    <a:lumMod val="50000"/>
                  </a:schemeClr>
                </a:solidFill>
                <a:effectLst/>
                <a:latin typeface="+mn-lt"/>
              </a:rPr>
              <a:t>Insight you can trust.</a:t>
            </a:r>
            <a:br>
              <a:rPr lang="en-US" sz="1600" b="0" i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600" b="0" i="0">
                <a:solidFill>
                  <a:schemeClr val="accent3"/>
                </a:solidFill>
                <a:effectLst/>
                <a:latin typeface="+mn-lt"/>
              </a:rPr>
              <a:t>Impact you can measure</a:t>
            </a:r>
            <a:endParaRPr lang="en-US" sz="1600" b="0" i="0">
              <a:solidFill>
                <a:schemeClr val="accent3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864E120-F085-1BF1-7653-5975FCB134B4}"/>
              </a:ext>
            </a:extLst>
          </p:cNvPr>
          <p:cNvSpPr txBox="1">
            <a:spLocks/>
          </p:cNvSpPr>
          <p:nvPr/>
        </p:nvSpPr>
        <p:spPr>
          <a:xfrm>
            <a:off x="4856418" y="2769288"/>
            <a:ext cx="7026593" cy="1073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cap="small">
                <a:cs typeface="Calibri" panose="020F0502020204030204" pitchFamily="34" charset="0"/>
              </a:rPr>
              <a:t>Hackathon STATEC</a:t>
            </a:r>
          </a:p>
          <a:p>
            <a:pPr marL="0" indent="0" algn="ctr">
              <a:buNone/>
            </a:pPr>
            <a:r>
              <a:rPr lang="en-US" sz="2800" b="1" cap="small">
                <a:cs typeface="Calibri" panose="020F0502020204030204" pitchFamily="34" charset="0"/>
              </a:rPr>
              <a:t>Team Dat’Artemis</a:t>
            </a:r>
            <a:endParaRPr lang="en-US" sz="2800" b="1">
              <a:cs typeface="Calibri" panose="020F0502020204030204" pitchFamily="34" charset="0"/>
            </a:endParaRPr>
          </a:p>
        </p:txBody>
      </p:sp>
      <p:pic>
        <p:nvPicPr>
          <p:cNvPr id="14" name="Picture 13" descr="A person wearing glasses and a blue shirt&#10;&#10;AI-generated content may be incorrect.">
            <a:extLst>
              <a:ext uri="{FF2B5EF4-FFF2-40B4-BE49-F238E27FC236}">
                <a16:creationId xmlns:a16="http://schemas.microsoft.com/office/drawing/2014/main" id="{EE8455D4-B4AE-2104-FDCB-8D7B4C715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7" t="3742" r="18444" b="3742"/>
          <a:stretch>
            <a:fillRect/>
          </a:stretch>
        </p:blipFill>
        <p:spPr>
          <a:xfrm rot="5400000">
            <a:off x="7549202" y="4842140"/>
            <a:ext cx="1666765" cy="1497678"/>
          </a:xfrm>
          <a:prstGeom prst="rect">
            <a:avLst/>
          </a:prstGeom>
        </p:spPr>
      </p:pic>
      <p:pic>
        <p:nvPicPr>
          <p:cNvPr id="15" name="Picture 14" descr="A person in a blue shirt&#10;&#10;AI-generated content may be incorrect.">
            <a:extLst>
              <a:ext uri="{FF2B5EF4-FFF2-40B4-BE49-F238E27FC236}">
                <a16:creationId xmlns:a16="http://schemas.microsoft.com/office/drawing/2014/main" id="{4FF41867-B998-3C07-A1BC-72C4F2D1D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t="11439" r="3821" b="24267"/>
          <a:stretch>
            <a:fillRect/>
          </a:stretch>
        </p:blipFill>
        <p:spPr>
          <a:xfrm>
            <a:off x="10268949" y="2595618"/>
            <a:ext cx="1497679" cy="1666764"/>
          </a:xfrm>
          <a:prstGeom prst="rect">
            <a:avLst/>
          </a:prstGeom>
        </p:spPr>
      </p:pic>
      <p:pic>
        <p:nvPicPr>
          <p:cNvPr id="16" name="Picture 15" descr="A person with tattoos on his arm&#10;&#10;AI-generated content may be incorrect.">
            <a:extLst>
              <a:ext uri="{FF2B5EF4-FFF2-40B4-BE49-F238E27FC236}">
                <a16:creationId xmlns:a16="http://schemas.microsoft.com/office/drawing/2014/main" id="{26505A57-8E83-1129-22A2-067D54F28C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" t="2677" r="17866" b="38104"/>
          <a:stretch>
            <a:fillRect/>
          </a:stretch>
        </p:blipFill>
        <p:spPr>
          <a:xfrm>
            <a:off x="4988829" y="1343005"/>
            <a:ext cx="1497679" cy="1666764"/>
          </a:xfrm>
          <a:prstGeom prst="rect">
            <a:avLst/>
          </a:prstGeom>
        </p:spPr>
      </p:pic>
      <p:pic>
        <p:nvPicPr>
          <p:cNvPr id="17" name="Picture 16" descr="A person with a beard and glasses&#10;&#10;AI-generated content may be incorrect.">
            <a:extLst>
              <a:ext uri="{FF2B5EF4-FFF2-40B4-BE49-F238E27FC236}">
                <a16:creationId xmlns:a16="http://schemas.microsoft.com/office/drawing/2014/main" id="{90290383-DBF6-B904-C715-F866473BE3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4" t="2142" r="10584" b="39371"/>
          <a:stretch>
            <a:fillRect/>
          </a:stretch>
        </p:blipFill>
        <p:spPr>
          <a:xfrm>
            <a:off x="7620876" y="737050"/>
            <a:ext cx="1497678" cy="16667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4E25A8F-464A-F9B2-1F9E-49EC99858068}"/>
              </a:ext>
            </a:extLst>
          </p:cNvPr>
          <p:cNvSpPr txBox="1"/>
          <p:nvPr/>
        </p:nvSpPr>
        <p:spPr>
          <a:xfrm>
            <a:off x="4808084" y="600526"/>
            <a:ext cx="1867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Quentin Schmidt</a:t>
            </a:r>
          </a:p>
          <a:p>
            <a:pPr algn="ctr"/>
            <a:r>
              <a:rPr lang="fr-FR"/>
              <a:t>Economist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52D1A4-B5A2-E6B0-9FB7-8CB58C197A48}"/>
              </a:ext>
            </a:extLst>
          </p:cNvPr>
          <p:cNvSpPr txBox="1"/>
          <p:nvPr/>
        </p:nvSpPr>
        <p:spPr>
          <a:xfrm>
            <a:off x="7539019" y="104215"/>
            <a:ext cx="1579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/>
              <a:t>Kévin Alati</a:t>
            </a:r>
          </a:p>
          <a:p>
            <a:pPr algn="ctr"/>
            <a:r>
              <a:rPr lang="fr-FR"/>
              <a:t>Data </a:t>
            </a:r>
            <a:r>
              <a:rPr lang="fr-FR" err="1"/>
              <a:t>Scientist</a:t>
            </a:r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EE53B0-D546-0E0F-AB6F-00BC2671E5D1}"/>
              </a:ext>
            </a:extLst>
          </p:cNvPr>
          <p:cNvSpPr txBox="1"/>
          <p:nvPr/>
        </p:nvSpPr>
        <p:spPr>
          <a:xfrm>
            <a:off x="9945279" y="1828800"/>
            <a:ext cx="2201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Mathieu Scheffer</a:t>
            </a:r>
          </a:p>
          <a:p>
            <a:pPr algn="ctr"/>
            <a:r>
              <a:rPr lang="fr-FR"/>
              <a:t>Data </a:t>
            </a:r>
            <a:r>
              <a:rPr lang="fr-FR" err="1"/>
              <a:t>Scientist</a:t>
            </a:r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1F6C8F-87B0-31EA-9D7C-07DC5A4DB5F0}"/>
              </a:ext>
            </a:extLst>
          </p:cNvPr>
          <p:cNvSpPr txBox="1"/>
          <p:nvPr/>
        </p:nvSpPr>
        <p:spPr>
          <a:xfrm>
            <a:off x="4669522" y="3198694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/>
              <a:t>Quentin Barthel</a:t>
            </a:r>
          </a:p>
          <a:p>
            <a:pPr algn="ctr"/>
            <a:r>
              <a:rPr lang="fr-FR"/>
              <a:t>Data </a:t>
            </a:r>
            <a:r>
              <a:rPr lang="fr-FR" err="1"/>
              <a:t>Scientist</a:t>
            </a:r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3D9932-4451-90FC-3122-0982755799A7}"/>
              </a:ext>
            </a:extLst>
          </p:cNvPr>
          <p:cNvSpPr txBox="1"/>
          <p:nvPr/>
        </p:nvSpPr>
        <p:spPr>
          <a:xfrm>
            <a:off x="7059604" y="4077009"/>
            <a:ext cx="2778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/>
              <a:t>Sandrine Herbeth</a:t>
            </a:r>
          </a:p>
          <a:p>
            <a:pPr algn="ctr"/>
            <a:r>
              <a:rPr lang="fr-FR"/>
              <a:t>Project Manager Statistics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EE67BB7-02F5-7448-3A4D-CB5D748CA31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97" b="25081"/>
          <a:stretch>
            <a:fillRect/>
          </a:stretch>
        </p:blipFill>
        <p:spPr>
          <a:xfrm>
            <a:off x="4985261" y="3929462"/>
            <a:ext cx="1541120" cy="15804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TEMIS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271D67"/>
      </a:accent1>
      <a:accent2>
        <a:srgbClr val="1D71B8"/>
      </a:accent2>
      <a:accent3>
        <a:srgbClr val="00A0DE"/>
      </a:accent3>
      <a:accent4>
        <a:srgbClr val="FFFFFF"/>
      </a:accent4>
      <a:accent5>
        <a:srgbClr val="B2B2B2"/>
      </a:accent5>
      <a:accent6>
        <a:srgbClr val="C6C6C6"/>
      </a:accent6>
      <a:hlink>
        <a:srgbClr val="1D71B8"/>
      </a:hlink>
      <a:folHlink>
        <a:srgbClr val="FF0000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ARTEMIS_PPT_Template_Model</Template>
  <Application>Microsoft Office PowerPoint</Application>
  <PresentationFormat>Widescreen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Modèle de template PowerPoint Artemis</dc:subject>
  <dc:creator>Virginie Attivissimo</dc:creator>
  <cp:revision>1</cp:revision>
  <dcterms:created xsi:type="dcterms:W3CDTF">2026-07-10T09:56:38Z</dcterms:created>
  <dcterms:modified xsi:type="dcterms:W3CDTF">2026-10-15T21:07:40Z</dcterms:modified>
</cp:coreProperties>
</file>